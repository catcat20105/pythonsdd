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ef375d4934512" /><Relationship Type="http://schemas.openxmlformats.org/officeDocument/2006/relationships/extended-properties" Target="/docProps/app.xml" Id="R85995b17701b44cd" /><Relationship Type="http://schemas.openxmlformats.org/officeDocument/2006/relationships/officeDocument" Target="/ppt/presentation.xml" Id="Rf377a511c48947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157711b5eb4b59"/>
  </p:sldMasterIdLst>
  <p:notesMasterIdLst>
    <p:notesMasterId xmlns:r="http://schemas.openxmlformats.org/officeDocument/2006/relationships" r:id="R11a6e01f33f14ca8"/>
  </p:notesMasterIdLst>
  <p:sldIdLst>
    <p:sldId xmlns:r="http://schemas.openxmlformats.org/officeDocument/2006/relationships" id="256" r:id="Rbc093f8cc7514649"/>
    <p:sldId xmlns:r="http://schemas.openxmlformats.org/officeDocument/2006/relationships" id="257" r:id="Rd5e7b196dcbe4952"/>
    <p:sldId xmlns:r="http://schemas.openxmlformats.org/officeDocument/2006/relationships" id="258" r:id="Ra33e2b9f246e471c"/>
    <p:sldId xmlns:r="http://schemas.openxmlformats.org/officeDocument/2006/relationships" id="259" r:id="R4b083d947ea040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a6aa8ba34c4f50" /><Relationship Type="http://schemas.openxmlformats.org/officeDocument/2006/relationships/slideMaster" Target="/ppt/slideMasters/slideMaster1.xml" Id="R2c157711b5eb4b59" /><Relationship Type="http://schemas.openxmlformats.org/officeDocument/2006/relationships/notesMaster" Target="/ppt/notesMasters/notesMaster1.xml" Id="R11a6e01f33f14ca8" /><Relationship Type="http://schemas.openxmlformats.org/officeDocument/2006/relationships/presProps" Target="/ppt/presProps.xml" Id="Rab209099ebc34028" /><Relationship Type="http://schemas.openxmlformats.org/officeDocument/2006/relationships/tableStyles" Target="/ppt/tableStyles.xml" Id="Ref941f3c43304817" /><Relationship Type="http://schemas.openxmlformats.org/officeDocument/2006/relationships/slide" Target="/ppt/slides/slide1.xml" Id="Rbc093f8cc7514649" /><Relationship Type="http://schemas.openxmlformats.org/officeDocument/2006/relationships/slide" Target="/ppt/slides/slide2.xml" Id="Rd5e7b196dcbe4952" /><Relationship Type="http://schemas.openxmlformats.org/officeDocument/2006/relationships/slide" Target="/ppt/slides/slide3.xml" Id="Ra33e2b9f246e471c" /><Relationship Type="http://schemas.openxmlformats.org/officeDocument/2006/relationships/slide" Target="/ppt/slides/slide4.xml" Id="R4b083d947ea040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21f51ba33c49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336300e40d4aed" /><Relationship Type="http://schemas.openxmlformats.org/officeDocument/2006/relationships/notesMaster" Target="/ppt/notesMasters/notesMaster1.xml" Id="R613324479cc145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c7d9a70bf24250" /><Relationship Type="http://schemas.openxmlformats.org/officeDocument/2006/relationships/notesMaster" Target="/ppt/notesMasters/notesMaster1.xml" Id="R7a698dcab4ab46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03bc6dcb6a453e" /><Relationship Type="http://schemas.openxmlformats.org/officeDocument/2006/relationships/notesMaster" Target="/ppt/notesMasters/notesMaster1.xml" Id="R0a71bc1aec7842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1e295a1dd64faf" /><Relationship Type="http://schemas.openxmlformats.org/officeDocument/2006/relationships/notesMaster" Target="/ppt/notesMasters/notesMaster1.xml" Id="R18069d624e8644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9d12bd8434e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bfc25f2f2a4576" /><Relationship Type="http://schemas.openxmlformats.org/officeDocument/2006/relationships/slideLayout" Target="/ppt/slideLayouts/slideLayout1.xml" Id="R78a1ac957ce04d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a1ac957ce04d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d6675a0734f23" /><Relationship Type="http://schemas.openxmlformats.org/officeDocument/2006/relationships/notesSlide" Target="/ppt/notesSlides/notesSlide1.xml" Id="Rddaae571c4f842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c065ba124451a" /><Relationship Type="http://schemas.openxmlformats.org/officeDocument/2006/relationships/notesSlide" Target="/ppt/notesSlides/notesSlide2.xml" Id="R18da9ab8bb5941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1bef136264930" /><Relationship Type="http://schemas.openxmlformats.org/officeDocument/2006/relationships/notesSlide" Target="/ppt/notesSlides/notesSlide3.xml" Id="R90f319e040e944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6c2a783124ba3" /><Relationship Type="http://schemas.openxmlformats.org/officeDocument/2006/relationships/notesSlide" Target="/ppt/notesSlides/notesSlide4.xml" Id="R4c15817e630e4a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1-eyebrow">
            <a:extLst xmlns:a="http://schemas.openxmlformats.org/drawingml/2006/main">
              <a:ext uri="{FF2B5EF4-FFF2-40B4-BE49-F238E27FC236}">
                <a16:creationId xmlns:a16="http://schemas.microsoft.com/office/drawing/2014/main" id="{DDED3D0C-88D4-4721-A0EF-0EA39755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PYGAME BREAKOUT GAME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02980FA-2218-43F1-8DC9-1036FF1B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Obstacles</a:t>
            </a:r>
          </a:p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and levels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F0CB8BA-110C-43C4-A8ED-24ABC653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D6470"/>
                </a:solidFill>
              </a:defRPr>
            </a:pPr>
            <a:r>
              <a:rPr sz="1800">
                <a:solidFill>
                  <a:srgbClr val="5D6470"/>
                </a:solidFill>
              </a:rPr>
              <a:t>How the game becomes harder after every cleared brick wall.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2F686E1D-873F-4CB9-93F7-C9FD2AD5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5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19631FDD-220D-41AC-A1EA-C52641A0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Level 1 starts clean.</a:t>
            </a:r>
          </a:p>
          <a:p xmlns:a="http://schemas.openxmlformats.org/drawingml/2006/main">
            <a:pPr algn="l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Each new level adds one orange obstacle ball.</a:t>
            </a:r>
          </a:p>
        </p:txBody>
      </p:sp>
      <p:sp>
        <p:nvSpPr>
          <p:cNvPr id="6" name="cover-game-board">
            <a:extLst xmlns:a="http://schemas.openxmlformats.org/drawingml/2006/main">
              <a:ext uri="{FF2B5EF4-FFF2-40B4-BE49-F238E27FC236}">
                <a16:creationId xmlns:a16="http://schemas.microsoft.com/office/drawing/2014/main" id="{A57340A8-4561-40BA-A0A8-03B5A832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47625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cover-game-wall-brick-0-0">
            <a:extLst xmlns:a="http://schemas.openxmlformats.org/drawingml/2006/main">
              <a:ext uri="{FF2B5EF4-FFF2-40B4-BE49-F238E27FC236}">
                <a16:creationId xmlns:a16="http://schemas.microsoft.com/office/drawing/2014/main" id="{D2436B1C-3EDD-4AEB-8FF6-929AAC39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cover-game-wall-brick-0-1">
            <a:extLst xmlns:a="http://schemas.openxmlformats.org/drawingml/2006/main">
              <a:ext uri="{FF2B5EF4-FFF2-40B4-BE49-F238E27FC236}">
                <a16:creationId xmlns:a16="http://schemas.microsoft.com/office/drawing/2014/main" id="{8BE87E34-95AB-403F-AD68-96380B9A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5240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cover-game-wall-brick-0-2">
            <a:extLst xmlns:a="http://schemas.openxmlformats.org/drawingml/2006/main">
              <a:ext uri="{FF2B5EF4-FFF2-40B4-BE49-F238E27FC236}">
                <a16:creationId xmlns:a16="http://schemas.microsoft.com/office/drawing/2014/main" id="{79C1B734-28A4-4D83-8FCC-1E273437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240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cover-game-wall-brick-0-3">
            <a:extLst xmlns:a="http://schemas.openxmlformats.org/drawingml/2006/main">
              <a:ext uri="{FF2B5EF4-FFF2-40B4-BE49-F238E27FC236}">
                <a16:creationId xmlns:a16="http://schemas.microsoft.com/office/drawing/2014/main" id="{37F87158-3368-438A-9682-E5E80759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240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cover-game-wall-brick-0-4">
            <a:extLst xmlns:a="http://schemas.openxmlformats.org/drawingml/2006/main">
              <a:ext uri="{FF2B5EF4-FFF2-40B4-BE49-F238E27FC236}">
                <a16:creationId xmlns:a16="http://schemas.microsoft.com/office/drawing/2014/main" id="{61320A14-56EA-44FE-8697-E5569F4E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240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cover-game-wall-brick-0-5">
            <a:extLst xmlns:a="http://schemas.openxmlformats.org/drawingml/2006/main">
              <a:ext uri="{FF2B5EF4-FFF2-40B4-BE49-F238E27FC236}">
                <a16:creationId xmlns:a16="http://schemas.microsoft.com/office/drawing/2014/main" id="{C7978860-EBC2-478F-AE7B-2150D6A6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cover-game-wall-brick-1-0">
            <a:extLst xmlns:a="http://schemas.openxmlformats.org/drawingml/2006/main">
              <a:ext uri="{FF2B5EF4-FFF2-40B4-BE49-F238E27FC236}">
                <a16:creationId xmlns:a16="http://schemas.microsoft.com/office/drawing/2014/main" id="{FB5B354E-A7C9-4817-B374-DD67B24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238" y="170497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cover-game-wall-brick-1-1">
            <a:extLst xmlns:a="http://schemas.openxmlformats.org/drawingml/2006/main">
              <a:ext uri="{FF2B5EF4-FFF2-40B4-BE49-F238E27FC236}">
                <a16:creationId xmlns:a16="http://schemas.microsoft.com/office/drawing/2014/main" id="{1D1D4889-E65A-4430-87B2-1C5E24BD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213" y="170497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cover-game-wall-brick-1-2">
            <a:extLst xmlns:a="http://schemas.openxmlformats.org/drawingml/2006/main">
              <a:ext uri="{FF2B5EF4-FFF2-40B4-BE49-F238E27FC236}">
                <a16:creationId xmlns:a16="http://schemas.microsoft.com/office/drawing/2014/main" id="{49339ED9-2130-459F-9BAC-1E041F33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188" y="170497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cover-game-wall-brick-1-3">
            <a:extLst xmlns:a="http://schemas.openxmlformats.org/drawingml/2006/main">
              <a:ext uri="{FF2B5EF4-FFF2-40B4-BE49-F238E27FC236}">
                <a16:creationId xmlns:a16="http://schemas.microsoft.com/office/drawing/2014/main" id="{8771BE6B-FC45-41A5-87CF-6086842A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163" y="170497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cover-game-wall-brick-1-4">
            <a:extLst xmlns:a="http://schemas.openxmlformats.org/drawingml/2006/main">
              <a:ext uri="{FF2B5EF4-FFF2-40B4-BE49-F238E27FC236}">
                <a16:creationId xmlns:a16="http://schemas.microsoft.com/office/drawing/2014/main" id="{FFA98426-2C88-4226-B7FF-1CE5C6EB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170497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cover-game-wall-brick-1-5">
            <a:extLst xmlns:a="http://schemas.openxmlformats.org/drawingml/2006/main">
              <a:ext uri="{FF2B5EF4-FFF2-40B4-BE49-F238E27FC236}">
                <a16:creationId xmlns:a16="http://schemas.microsoft.com/office/drawing/2014/main" id="{1980213F-6B1A-4359-864F-06BA0EEC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170497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cover-game-wall-brick-2-0">
            <a:extLst xmlns:a="http://schemas.openxmlformats.org/drawingml/2006/main">
              <a:ext uri="{FF2B5EF4-FFF2-40B4-BE49-F238E27FC236}">
                <a16:creationId xmlns:a16="http://schemas.microsoft.com/office/drawing/2014/main" id="{784F8340-4A08-4480-8249-4BDFE71B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cover-game-wall-brick-2-1">
            <a:extLst xmlns:a="http://schemas.openxmlformats.org/drawingml/2006/main">
              <a:ext uri="{FF2B5EF4-FFF2-40B4-BE49-F238E27FC236}">
                <a16:creationId xmlns:a16="http://schemas.microsoft.com/office/drawing/2014/main" id="{069DD5AE-D176-47E5-807A-932712AC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8859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cover-game-wall-brick-2-2">
            <a:extLst xmlns:a="http://schemas.openxmlformats.org/drawingml/2006/main">
              <a:ext uri="{FF2B5EF4-FFF2-40B4-BE49-F238E27FC236}">
                <a16:creationId xmlns:a16="http://schemas.microsoft.com/office/drawing/2014/main" id="{B4849CC6-455D-4132-9486-3BB757EE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859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cover-game-wall-brick-2-3">
            <a:extLst xmlns:a="http://schemas.openxmlformats.org/drawingml/2006/main">
              <a:ext uri="{FF2B5EF4-FFF2-40B4-BE49-F238E27FC236}">
                <a16:creationId xmlns:a16="http://schemas.microsoft.com/office/drawing/2014/main" id="{9A12665C-FB25-4A3F-8365-2AE48DD7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859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cover-game-wall-brick-2-4">
            <a:extLst xmlns:a="http://schemas.openxmlformats.org/drawingml/2006/main">
              <a:ext uri="{FF2B5EF4-FFF2-40B4-BE49-F238E27FC236}">
                <a16:creationId xmlns:a16="http://schemas.microsoft.com/office/drawing/2014/main" id="{7EEBB2E8-69C8-4B47-A86B-1819428B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859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cover-game-wall-brick-2-5">
            <a:extLst xmlns:a="http://schemas.openxmlformats.org/drawingml/2006/main">
              <a:ext uri="{FF2B5EF4-FFF2-40B4-BE49-F238E27FC236}">
                <a16:creationId xmlns:a16="http://schemas.microsoft.com/office/drawing/2014/main" id="{1BF513FA-CF3D-4C8D-8032-04DBE9AC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859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cover-game-floor">
            <a:extLst xmlns:a="http://schemas.openxmlformats.org/drawingml/2006/main">
              <a:ext uri="{FF2B5EF4-FFF2-40B4-BE49-F238E27FC236}">
                <a16:creationId xmlns:a16="http://schemas.microsoft.com/office/drawing/2014/main" id="{8BE3BD98-EA53-46DA-B614-3160F458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8635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cover-game-paddle">
            <a:extLst xmlns:a="http://schemas.openxmlformats.org/drawingml/2006/main">
              <a:ext uri="{FF2B5EF4-FFF2-40B4-BE49-F238E27FC236}">
                <a16:creationId xmlns:a16="http://schemas.microsoft.com/office/drawing/2014/main" id="{84050579-B50E-4963-8F23-F30B12E0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6255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cover-game-ball">
            <a:extLst xmlns:a="http://schemas.openxmlformats.org/drawingml/2006/main">
              <a:ext uri="{FF2B5EF4-FFF2-40B4-BE49-F238E27FC236}">
                <a16:creationId xmlns:a16="http://schemas.microsoft.com/office/drawing/2014/main" id="{15A8C257-B294-4EF5-971F-55DE5B19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cover-game-obstacle-1">
            <a:extLst xmlns:a="http://schemas.openxmlformats.org/drawingml/2006/main">
              <a:ext uri="{FF2B5EF4-FFF2-40B4-BE49-F238E27FC236}">
                <a16:creationId xmlns:a16="http://schemas.microsoft.com/office/drawing/2014/main" id="{FD8DB647-E453-43D1-A047-34150F51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332607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29" name="cover-game-obstacle-2">
            <a:extLst xmlns:a="http://schemas.openxmlformats.org/drawingml/2006/main">
              <a:ext uri="{FF2B5EF4-FFF2-40B4-BE49-F238E27FC236}">
                <a16:creationId xmlns:a16="http://schemas.microsoft.com/office/drawing/2014/main" id="{808F3C8D-C588-4141-AB9D-150EE1B6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9780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30" name="cover-legend">
            <a:extLst xmlns:a="http://schemas.openxmlformats.org/drawingml/2006/main">
              <a:ext uri="{FF2B5EF4-FFF2-40B4-BE49-F238E27FC236}">
                <a16:creationId xmlns:a16="http://schemas.microsoft.com/office/drawing/2014/main" id="{DB86D4C0-4F9F-43CF-974E-87B469C3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769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8C28"/>
                </a:solidFill>
              </a:defRPr>
            </a:pPr>
            <a:r>
              <a:rPr sz="1350" b="1">
                <a:solidFill>
                  <a:srgbClr val="F28C28"/>
                </a:solidFill>
              </a:rPr>
              <a:t>orange = obstacle</a:t>
            </a:r>
          </a:p>
        </p:txBody>
      </p:sp>
      <p:sp>
        <p:nvSpPr>
          <p:cNvPr id="31" name="slide-1-footer">
            <a:extLst xmlns:a="http://schemas.openxmlformats.org/drawingml/2006/main">
              <a:ext uri="{FF2B5EF4-FFF2-40B4-BE49-F238E27FC236}">
                <a16:creationId xmlns:a16="http://schemas.microsoft.com/office/drawing/2014/main" id="{AF3B066A-5F9D-434B-942A-44125D4D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DAY 2  /  01</a:t>
            </a:r>
          </a:p>
        </p:txBody>
      </p:sp>
    </p:spTree>
    <p:extLst>
      <p:ext uri="{BB962C8B-B14F-4D97-AF65-F5344CB8AC3E}">
        <p14:creationId xmlns:p14="http://schemas.microsoft.com/office/powerpoint/2010/main" val="1915590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9D561A46-C68F-4DB3-8376-9DEDB4D6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01  /  STARTING POINT</a:t>
            </a:r>
          </a:p>
        </p:txBody>
      </p:sp>
      <p:sp>
        <p:nvSpPr>
          <p:cNvPr id="2" name="level-one-title">
            <a:extLst xmlns:a="http://schemas.openxmlformats.org/drawingml/2006/main">
              <a:ext uri="{FF2B5EF4-FFF2-40B4-BE49-F238E27FC236}">
                <a16:creationId xmlns:a16="http://schemas.microsoft.com/office/drawing/2014/main" id="{09762825-2609-4038-B6F7-E38E1655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Level 1 has no extra obstacles</a:t>
            </a:r>
          </a:p>
        </p:txBody>
      </p:sp>
      <p:sp>
        <p:nvSpPr>
          <p:cNvPr id="3" name="level-one-lead">
            <a:extLst xmlns:a="http://schemas.openxmlformats.org/drawingml/2006/main">
              <a:ext uri="{FF2B5EF4-FFF2-40B4-BE49-F238E27FC236}">
                <a16:creationId xmlns:a16="http://schemas.microsoft.com/office/drawing/2014/main" id="{19AB16EE-BCE1-437D-8B84-AA7CFB6F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D6470"/>
                </a:solidFill>
              </a:defRPr>
            </a:pPr>
            <a:r>
              <a:rPr sz="1650">
                <a:solidFill>
                  <a:srgbClr val="5D6470"/>
                </a:solidFill>
              </a:rPr>
              <a:t>The player only needs to control the paddle and return the ball.</a:t>
            </a:r>
          </a:p>
        </p:txBody>
      </p:sp>
      <p:sp>
        <p:nvSpPr>
          <p:cNvPr id="4" name="level-one-rule">
            <a:extLst xmlns:a="http://schemas.openxmlformats.org/drawingml/2006/main">
              <a:ext uri="{FF2B5EF4-FFF2-40B4-BE49-F238E27FC236}">
                <a16:creationId xmlns:a16="http://schemas.microsoft.com/office/drawing/2014/main" id="{B2A3CFA5-C651-449C-9C36-36D92F26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level-one-question">
            <a:extLst xmlns:a="http://schemas.openxmlformats.org/drawingml/2006/main">
              <a:ext uri="{FF2B5EF4-FFF2-40B4-BE49-F238E27FC236}">
                <a16:creationId xmlns:a16="http://schemas.microsoft.com/office/drawing/2014/main" id="{45C44054-913F-44C1-9644-B58D54D5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is on screen?</a:t>
            </a:r>
          </a:p>
        </p:txBody>
      </p:sp>
      <p:sp>
        <p:nvSpPr>
          <p:cNvPr id="6" name="level-one-list">
            <a:extLst xmlns:a="http://schemas.openxmlformats.org/drawingml/2006/main">
              <a:ext uri="{FF2B5EF4-FFF2-40B4-BE49-F238E27FC236}">
                <a16:creationId xmlns:a16="http://schemas.microsoft.com/office/drawing/2014/main" id="{960BE61C-639E-4B62-85FF-FD3C2D6A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• Brick wall</a:t>
            </a:r>
          </a:p>
          <a:p xmlns:a="http://schemas.openxmlformats.org/drawingml/2006/main">
            <a:pPr algn="l"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• Ball</a:t>
            </a:r>
          </a:p>
          <a:p xmlns:a="http://schemas.openxmlformats.org/drawingml/2006/main">
            <a:pPr algn="l"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• Paddle</a:t>
            </a:r>
          </a:p>
          <a:p xmlns:a="http://schemas.openxmlformats.org/drawingml/2006/main">
            <a:pPr algn="l"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• 0 obstacles</a:t>
            </a:r>
          </a:p>
        </p:txBody>
      </p:sp>
      <p:sp>
        <p:nvSpPr>
          <p:cNvPr id="7" name="level-one-note">
            <a:extLst xmlns:a="http://schemas.openxmlformats.org/drawingml/2006/main">
              <a:ext uri="{FF2B5EF4-FFF2-40B4-BE49-F238E27FC236}">
                <a16:creationId xmlns:a16="http://schemas.microsoft.com/office/drawing/2014/main" id="{20A4D828-B3C5-4AF4-9E38-4FA8C324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470"/>
                </a:solidFill>
              </a:defRPr>
            </a:pPr>
            <a:r>
              <a:rPr sz="1350">
                <a:solidFill>
                  <a:srgbClr val="5D6470"/>
                </a:solidFill>
              </a:rPr>
              <a:t>This gives the player a simple first round to learn the controls.</a:t>
            </a:r>
          </a:p>
        </p:txBody>
      </p:sp>
      <p:sp>
        <p:nvSpPr>
          <p:cNvPr id="8" name="level-one-game-board">
            <a:extLst xmlns:a="http://schemas.openxmlformats.org/drawingml/2006/main">
              <a:ext uri="{FF2B5EF4-FFF2-40B4-BE49-F238E27FC236}">
                <a16:creationId xmlns:a16="http://schemas.microsoft.com/office/drawing/2014/main" id="{41836D04-F90C-4497-8FDA-2EB9D244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level-one-game-wall-brick-0-0">
            <a:extLst xmlns:a="http://schemas.openxmlformats.org/drawingml/2006/main">
              <a:ext uri="{FF2B5EF4-FFF2-40B4-BE49-F238E27FC236}">
                <a16:creationId xmlns:a16="http://schemas.microsoft.com/office/drawing/2014/main" id="{4361B139-7C5D-4E11-B506-C6D4EFFB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level-one-game-wall-brick-0-1">
            <a:extLst xmlns:a="http://schemas.openxmlformats.org/drawingml/2006/main">
              <a:ext uri="{FF2B5EF4-FFF2-40B4-BE49-F238E27FC236}">
                <a16:creationId xmlns:a16="http://schemas.microsoft.com/office/drawing/2014/main" id="{3D65D177-2672-49E7-974B-D7299BF3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336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level-one-game-wall-brick-0-2">
            <a:extLst xmlns:a="http://schemas.openxmlformats.org/drawingml/2006/main">
              <a:ext uri="{FF2B5EF4-FFF2-40B4-BE49-F238E27FC236}">
                <a16:creationId xmlns:a16="http://schemas.microsoft.com/office/drawing/2014/main" id="{D30E5658-48DB-46E1-9700-7E980537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level-one-game-wall-brick-0-3">
            <a:extLst xmlns:a="http://schemas.openxmlformats.org/drawingml/2006/main">
              <a:ext uri="{FF2B5EF4-FFF2-40B4-BE49-F238E27FC236}">
                <a16:creationId xmlns:a16="http://schemas.microsoft.com/office/drawing/2014/main" id="{035B6B4A-3EDB-47E0-8D95-A35A9559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336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level-one-game-wall-brick-0-4">
            <a:extLst xmlns:a="http://schemas.openxmlformats.org/drawingml/2006/main">
              <a:ext uri="{FF2B5EF4-FFF2-40B4-BE49-F238E27FC236}">
                <a16:creationId xmlns:a16="http://schemas.microsoft.com/office/drawing/2014/main" id="{911FA73E-C39F-4154-84A6-659A0300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336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level-one-game-wall-brick-0-5">
            <a:extLst xmlns:a="http://schemas.openxmlformats.org/drawingml/2006/main">
              <a:ext uri="{FF2B5EF4-FFF2-40B4-BE49-F238E27FC236}">
                <a16:creationId xmlns:a16="http://schemas.microsoft.com/office/drawing/2014/main" id="{65502DDD-CB99-4B3C-A4C4-0D703154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336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level-one-game-wall-brick-1-0">
            <a:extLst xmlns:a="http://schemas.openxmlformats.org/drawingml/2006/main">
              <a:ext uri="{FF2B5EF4-FFF2-40B4-BE49-F238E27FC236}">
                <a16:creationId xmlns:a16="http://schemas.microsoft.com/office/drawing/2014/main" id="{C28DE4FE-E087-418B-88FA-DE8F5B54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88" y="271462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level-one-game-wall-brick-1-1">
            <a:extLst xmlns:a="http://schemas.openxmlformats.org/drawingml/2006/main">
              <a:ext uri="{FF2B5EF4-FFF2-40B4-BE49-F238E27FC236}">
                <a16:creationId xmlns:a16="http://schemas.microsoft.com/office/drawing/2014/main" id="{F0E0DDCA-3A1A-41D6-89F6-A741A872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963" y="271462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level-one-game-wall-brick-1-2">
            <a:extLst xmlns:a="http://schemas.openxmlformats.org/drawingml/2006/main">
              <a:ext uri="{FF2B5EF4-FFF2-40B4-BE49-F238E27FC236}">
                <a16:creationId xmlns:a16="http://schemas.microsoft.com/office/drawing/2014/main" id="{570189BF-0CD7-41E0-A842-E76E50DD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38" y="271462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level-one-game-wall-brick-1-3">
            <a:extLst xmlns:a="http://schemas.openxmlformats.org/drawingml/2006/main">
              <a:ext uri="{FF2B5EF4-FFF2-40B4-BE49-F238E27FC236}">
                <a16:creationId xmlns:a16="http://schemas.microsoft.com/office/drawing/2014/main" id="{41789838-360D-4B43-968B-422B4FEA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271462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level-one-game-wall-brick-1-4">
            <a:extLst xmlns:a="http://schemas.openxmlformats.org/drawingml/2006/main">
              <a:ext uri="{FF2B5EF4-FFF2-40B4-BE49-F238E27FC236}">
                <a16:creationId xmlns:a16="http://schemas.microsoft.com/office/drawing/2014/main" id="{C1E08AEA-FE10-458F-8188-5262C28A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271462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level-one-game-wall-brick-1-5">
            <a:extLst xmlns:a="http://schemas.openxmlformats.org/drawingml/2006/main">
              <a:ext uri="{FF2B5EF4-FFF2-40B4-BE49-F238E27FC236}">
                <a16:creationId xmlns:a16="http://schemas.microsoft.com/office/drawing/2014/main" id="{62FCF5A7-3149-4C53-AE12-72C38D82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863" y="271462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level-one-game-wall-brick-2-0">
            <a:extLst xmlns:a="http://schemas.openxmlformats.org/drawingml/2006/main">
              <a:ext uri="{FF2B5EF4-FFF2-40B4-BE49-F238E27FC236}">
                <a16:creationId xmlns:a16="http://schemas.microsoft.com/office/drawing/2014/main" id="{0A39A972-4AF6-4D19-A9CB-BB5613A1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level-one-game-wall-brick-2-1">
            <a:extLst xmlns:a="http://schemas.openxmlformats.org/drawingml/2006/main">
              <a:ext uri="{FF2B5EF4-FFF2-40B4-BE49-F238E27FC236}">
                <a16:creationId xmlns:a16="http://schemas.microsoft.com/office/drawing/2014/main" id="{C21AF153-410E-429A-95F7-B9B51E9A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895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level-one-game-wall-brick-2-2">
            <a:extLst xmlns:a="http://schemas.openxmlformats.org/drawingml/2006/main">
              <a:ext uri="{FF2B5EF4-FFF2-40B4-BE49-F238E27FC236}">
                <a16:creationId xmlns:a16="http://schemas.microsoft.com/office/drawing/2014/main" id="{C450501A-2C56-4027-8D4F-3A01FBED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level-one-game-wall-brick-2-3">
            <a:extLst xmlns:a="http://schemas.openxmlformats.org/drawingml/2006/main">
              <a:ext uri="{FF2B5EF4-FFF2-40B4-BE49-F238E27FC236}">
                <a16:creationId xmlns:a16="http://schemas.microsoft.com/office/drawing/2014/main" id="{617914C8-77D0-4A23-87AB-41CFB3DA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95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level-one-game-wall-brick-2-4">
            <a:extLst xmlns:a="http://schemas.openxmlformats.org/drawingml/2006/main">
              <a:ext uri="{FF2B5EF4-FFF2-40B4-BE49-F238E27FC236}">
                <a16:creationId xmlns:a16="http://schemas.microsoft.com/office/drawing/2014/main" id="{2CF31AD8-ED0B-4663-83D0-C3A1F16A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level-one-game-wall-brick-2-5">
            <a:extLst xmlns:a="http://schemas.openxmlformats.org/drawingml/2006/main">
              <a:ext uri="{FF2B5EF4-FFF2-40B4-BE49-F238E27FC236}">
                <a16:creationId xmlns:a16="http://schemas.microsoft.com/office/drawing/2014/main" id="{9DE4613A-B217-4D86-ABEB-E6EC1007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95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level-one-game-floor">
            <a:extLst xmlns:a="http://schemas.openxmlformats.org/drawingml/2006/main">
              <a:ext uri="{FF2B5EF4-FFF2-40B4-BE49-F238E27FC236}">
                <a16:creationId xmlns:a16="http://schemas.microsoft.com/office/drawing/2014/main" id="{D1831DFD-FEF2-4424-AEA5-EC6670B8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375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level-one-game-paddle">
            <a:extLst xmlns:a="http://schemas.openxmlformats.org/drawingml/2006/main">
              <a:ext uri="{FF2B5EF4-FFF2-40B4-BE49-F238E27FC236}">
                <a16:creationId xmlns:a16="http://schemas.microsoft.com/office/drawing/2014/main" id="{7AA17B8A-6D42-4FA6-8689-F6DDCD7D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08635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level-one-game-ball">
            <a:extLst xmlns:a="http://schemas.openxmlformats.org/drawingml/2006/main">
              <a:ext uri="{FF2B5EF4-FFF2-40B4-BE49-F238E27FC236}">
                <a16:creationId xmlns:a16="http://schemas.microsoft.com/office/drawing/2014/main" id="{49BF7DB6-7E03-4B14-8F50-83B830B6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629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level-one-label">
            <a:extLst xmlns:a="http://schemas.openxmlformats.org/drawingml/2006/main">
              <a:ext uri="{FF2B5EF4-FFF2-40B4-BE49-F238E27FC236}">
                <a16:creationId xmlns:a16="http://schemas.microsoft.com/office/drawing/2014/main" id="{06E28E1A-B925-4300-93BF-3BD121E8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LEVEL 1</a:t>
            </a:r>
          </a:p>
        </p:txBody>
      </p:sp>
      <p:sp>
        <p:nvSpPr>
          <p:cNvPr id="31" name="level-one-caption">
            <a:extLst xmlns:a="http://schemas.openxmlformats.org/drawingml/2006/main">
              <a:ext uri="{FF2B5EF4-FFF2-40B4-BE49-F238E27FC236}">
                <a16:creationId xmlns:a16="http://schemas.microsoft.com/office/drawing/2014/main" id="{5FEC5246-1DEA-490D-9BC0-FE1CF242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D6470"/>
                </a:solidFill>
              </a:defRPr>
            </a:pPr>
            <a:r>
              <a:rPr sz="1350">
                <a:solidFill>
                  <a:srgbClr val="5D6470"/>
                </a:solidFill>
              </a:rPr>
              <a:t>No orange balls yet</a:t>
            </a:r>
          </a:p>
        </p:txBody>
      </p:sp>
      <p:sp>
        <p:nvSpPr>
          <p:cNvPr id="32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A9CF6681-C459-414B-8419-1350E5CE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DAY 2  /  02</a:t>
            </a:r>
          </a:p>
        </p:txBody>
      </p:sp>
    </p:spTree>
    <p:extLst>
      <p:ext uri="{BB962C8B-B14F-4D97-AF65-F5344CB8AC3E}">
        <p14:creationId xmlns:p14="http://schemas.microsoft.com/office/powerpoint/2010/main" val="1789371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slide-3-eyebrow">
            <a:extLst xmlns:a="http://schemas.openxmlformats.org/drawingml/2006/main">
              <a:ext uri="{FF2B5EF4-FFF2-40B4-BE49-F238E27FC236}">
                <a16:creationId xmlns:a16="http://schemas.microsoft.com/office/drawing/2014/main" id="{C1096702-584D-4B52-A845-93D1E061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02  /  DIFFICULTY CURVE</a:t>
            </a:r>
          </a:p>
        </p:txBody>
      </p:sp>
      <p:sp>
        <p:nvSpPr>
          <p:cNvPr id="2" name="progression-title">
            <a:extLst xmlns:a="http://schemas.openxmlformats.org/drawingml/2006/main">
              <a:ext uri="{FF2B5EF4-FFF2-40B4-BE49-F238E27FC236}">
                <a16:creationId xmlns:a16="http://schemas.microsoft.com/office/drawing/2014/main" id="{4821C5BD-5A22-41FF-A290-6BEB3AB4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Every new level adds one obstacle</a:t>
            </a:r>
          </a:p>
        </p:txBody>
      </p:sp>
      <p:sp>
        <p:nvSpPr>
          <p:cNvPr id="3" name="progression-lead">
            <a:extLst xmlns:a="http://schemas.openxmlformats.org/drawingml/2006/main">
              <a:ext uri="{FF2B5EF4-FFF2-40B4-BE49-F238E27FC236}">
                <a16:creationId xmlns:a16="http://schemas.microsoft.com/office/drawing/2014/main" id="{725FF386-1205-4ED6-B8FF-C18F6727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D6470"/>
                </a:solidFill>
              </a:defRPr>
            </a:pPr>
            <a:r>
              <a:rPr sz="1650">
                <a:solidFill>
                  <a:srgbClr val="5D6470"/>
                </a:solidFill>
              </a:rPr>
              <a:t>The rule is simple: Level N contains N − 1 orange obstacle balls.</a:t>
            </a:r>
          </a:p>
        </p:txBody>
      </p:sp>
      <p:sp>
        <p:nvSpPr>
          <p:cNvPr id="4" name="progression-arrow-392">
            <a:extLst xmlns:a="http://schemas.openxmlformats.org/drawingml/2006/main">
              <a:ext uri="{FF2B5EF4-FFF2-40B4-BE49-F238E27FC236}">
                <a16:creationId xmlns:a16="http://schemas.microsoft.com/office/drawing/2014/main" id="{32C5440D-55F0-4A35-BBE6-3E135F81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433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9525">
            <a:solidFill>
              <a:srgbClr val="D9F0FB"/>
            </a:solidFill>
            <a:prstDash val="solid"/>
          </a:ln>
        </p:spPr>
      </p:sp>
      <p:sp>
        <p:nvSpPr>
          <p:cNvPr id="5" name="progression-arrow-746">
            <a:extLst xmlns:a="http://schemas.openxmlformats.org/drawingml/2006/main">
              <a:ext uri="{FF2B5EF4-FFF2-40B4-BE49-F238E27FC236}">
                <a16:creationId xmlns:a16="http://schemas.microsoft.com/office/drawing/2014/main" id="{E229B810-60BC-4F7F-99A2-DE9FB890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433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9525">
            <a:solidFill>
              <a:srgbClr val="D9F0FB"/>
            </a:solidFill>
            <a:prstDash val="solid"/>
          </a:ln>
        </p:spPr>
      </p:sp>
      <p:sp>
        <p:nvSpPr>
          <p:cNvPr id="6" name="level-1-label">
            <a:extLst xmlns:a="http://schemas.openxmlformats.org/drawingml/2006/main">
              <a:ext uri="{FF2B5EF4-FFF2-40B4-BE49-F238E27FC236}">
                <a16:creationId xmlns:a16="http://schemas.microsoft.com/office/drawing/2014/main" id="{205D6F8C-C8EC-411E-A1A7-A100C602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LEVEL 1</a:t>
            </a:r>
          </a:p>
        </p:txBody>
      </p:sp>
      <p:sp>
        <p:nvSpPr>
          <p:cNvPr id="7" name="progression-level-1-board">
            <a:extLst xmlns:a="http://schemas.openxmlformats.org/drawingml/2006/main">
              <a:ext uri="{FF2B5EF4-FFF2-40B4-BE49-F238E27FC236}">
                <a16:creationId xmlns:a16="http://schemas.microsoft.com/office/drawing/2014/main" id="{177BC6D5-E45D-46F6-87C9-CF2F3985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47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progression-level-1-wall-brick-0-0">
            <a:extLst xmlns:a="http://schemas.openxmlformats.org/drawingml/2006/main">
              <a:ext uri="{FF2B5EF4-FFF2-40B4-BE49-F238E27FC236}">
                <a16:creationId xmlns:a16="http://schemas.microsoft.com/office/drawing/2014/main" id="{EB5619A3-6801-4BC6-93D2-9CFB801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progression-level-1-wall-brick-0-1">
            <a:extLst xmlns:a="http://schemas.openxmlformats.org/drawingml/2006/main">
              <a:ext uri="{FF2B5EF4-FFF2-40B4-BE49-F238E27FC236}">
                <a16:creationId xmlns:a16="http://schemas.microsoft.com/office/drawing/2014/main" id="{651D1AC0-A297-432F-9988-8524617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progression-level-1-wall-brick-0-2">
            <a:extLst xmlns:a="http://schemas.openxmlformats.org/drawingml/2006/main">
              <a:ext uri="{FF2B5EF4-FFF2-40B4-BE49-F238E27FC236}">
                <a16:creationId xmlns:a16="http://schemas.microsoft.com/office/drawing/2014/main" id="{16B7C183-C234-49CA-82D0-FF3C0D4D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progression-level-1-wall-brick-0-3">
            <a:extLst xmlns:a="http://schemas.openxmlformats.org/drawingml/2006/main">
              <a:ext uri="{FF2B5EF4-FFF2-40B4-BE49-F238E27FC236}">
                <a16:creationId xmlns:a16="http://schemas.microsoft.com/office/drawing/2014/main" id="{E2D18492-DDDF-4F2E-B694-41A3607C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progression-level-1-wall-brick-0-4">
            <a:extLst xmlns:a="http://schemas.openxmlformats.org/drawingml/2006/main">
              <a:ext uri="{FF2B5EF4-FFF2-40B4-BE49-F238E27FC236}">
                <a16:creationId xmlns:a16="http://schemas.microsoft.com/office/drawing/2014/main" id="{F074E7A7-F86A-48B4-A182-DA4F52C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progression-level-1-wall-brick-0-5">
            <a:extLst xmlns:a="http://schemas.openxmlformats.org/drawingml/2006/main">
              <a:ext uri="{FF2B5EF4-FFF2-40B4-BE49-F238E27FC236}">
                <a16:creationId xmlns:a16="http://schemas.microsoft.com/office/drawing/2014/main" id="{5C86B1FB-F7B5-4E1A-819D-145BE877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progression-level-1-wall-brick-1-0">
            <a:extLst xmlns:a="http://schemas.openxmlformats.org/drawingml/2006/main">
              <a:ext uri="{FF2B5EF4-FFF2-40B4-BE49-F238E27FC236}">
                <a16:creationId xmlns:a16="http://schemas.microsoft.com/office/drawing/2014/main" id="{BEE2BC71-B71B-4D57-A0B0-2638E524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progression-level-1-wall-brick-1-1">
            <a:extLst xmlns:a="http://schemas.openxmlformats.org/drawingml/2006/main">
              <a:ext uri="{FF2B5EF4-FFF2-40B4-BE49-F238E27FC236}">
                <a16:creationId xmlns:a16="http://schemas.microsoft.com/office/drawing/2014/main" id="{4052C471-9562-4A2D-9BB7-7CE44D14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8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progression-level-1-wall-brick-1-2">
            <a:extLst xmlns:a="http://schemas.openxmlformats.org/drawingml/2006/main">
              <a:ext uri="{FF2B5EF4-FFF2-40B4-BE49-F238E27FC236}">
                <a16:creationId xmlns:a16="http://schemas.microsoft.com/office/drawing/2014/main" id="{C2199BFA-EAB1-4BDE-B439-52AD985A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progression-level-1-wall-brick-1-3">
            <a:extLst xmlns:a="http://schemas.openxmlformats.org/drawingml/2006/main">
              <a:ext uri="{FF2B5EF4-FFF2-40B4-BE49-F238E27FC236}">
                <a16:creationId xmlns:a16="http://schemas.microsoft.com/office/drawing/2014/main" id="{AF7C5A37-D58C-4867-94F4-01A93D4A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88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progression-level-1-wall-brick-1-4">
            <a:extLst xmlns:a="http://schemas.openxmlformats.org/drawingml/2006/main">
              <a:ext uri="{FF2B5EF4-FFF2-40B4-BE49-F238E27FC236}">
                <a16:creationId xmlns:a16="http://schemas.microsoft.com/office/drawing/2014/main" id="{F507DA05-C8A5-4120-A992-B71C2A7D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113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progression-level-1-wall-brick-1-5">
            <a:extLst xmlns:a="http://schemas.openxmlformats.org/drawingml/2006/main">
              <a:ext uri="{FF2B5EF4-FFF2-40B4-BE49-F238E27FC236}">
                <a16:creationId xmlns:a16="http://schemas.microsoft.com/office/drawing/2014/main" id="{2799E05F-3E14-4677-9D30-28422526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438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progression-level-1-wall-brick-2-0">
            <a:extLst xmlns:a="http://schemas.openxmlformats.org/drawingml/2006/main">
              <a:ext uri="{FF2B5EF4-FFF2-40B4-BE49-F238E27FC236}">
                <a16:creationId xmlns:a16="http://schemas.microsoft.com/office/drawing/2014/main" id="{D5C1EBA3-E51E-43E1-B039-4126261E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progression-level-1-wall-brick-2-1">
            <a:extLst xmlns:a="http://schemas.openxmlformats.org/drawingml/2006/main">
              <a:ext uri="{FF2B5EF4-FFF2-40B4-BE49-F238E27FC236}">
                <a16:creationId xmlns:a16="http://schemas.microsoft.com/office/drawing/2014/main" id="{83481640-D26B-4021-8EE7-645F4583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progression-level-1-wall-brick-2-2">
            <a:extLst xmlns:a="http://schemas.openxmlformats.org/drawingml/2006/main">
              <a:ext uri="{FF2B5EF4-FFF2-40B4-BE49-F238E27FC236}">
                <a16:creationId xmlns:a16="http://schemas.microsoft.com/office/drawing/2014/main" id="{58BF7972-B766-4E69-AD4D-22D5BAFD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progression-level-1-wall-brick-2-3">
            <a:extLst xmlns:a="http://schemas.openxmlformats.org/drawingml/2006/main">
              <a:ext uri="{FF2B5EF4-FFF2-40B4-BE49-F238E27FC236}">
                <a16:creationId xmlns:a16="http://schemas.microsoft.com/office/drawing/2014/main" id="{E59943D5-348B-42AA-8D62-F78F22AF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progression-level-1-wall-brick-2-4">
            <a:extLst xmlns:a="http://schemas.openxmlformats.org/drawingml/2006/main">
              <a:ext uri="{FF2B5EF4-FFF2-40B4-BE49-F238E27FC236}">
                <a16:creationId xmlns:a16="http://schemas.microsoft.com/office/drawing/2014/main" id="{50F3ECC5-8116-462B-84EB-07E6D137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progression-level-1-wall-brick-2-5">
            <a:extLst xmlns:a="http://schemas.openxmlformats.org/drawingml/2006/main">
              <a:ext uri="{FF2B5EF4-FFF2-40B4-BE49-F238E27FC236}">
                <a16:creationId xmlns:a16="http://schemas.microsoft.com/office/drawing/2014/main" id="{02ABEC7C-2E45-43E0-AA26-1771E2E4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progression-level-1-floor">
            <a:extLst xmlns:a="http://schemas.openxmlformats.org/drawingml/2006/main">
              <a:ext uri="{FF2B5EF4-FFF2-40B4-BE49-F238E27FC236}">
                <a16:creationId xmlns:a16="http://schemas.microsoft.com/office/drawing/2014/main" id="{A6A0A002-AD41-4C5D-9622-EF43A0E6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progression-level-1-paddle">
            <a:extLst xmlns:a="http://schemas.openxmlformats.org/drawingml/2006/main">
              <a:ext uri="{FF2B5EF4-FFF2-40B4-BE49-F238E27FC236}">
                <a16:creationId xmlns:a16="http://schemas.microsoft.com/office/drawing/2014/main" id="{17E7FDA3-F5CA-438E-B608-79CE281E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progression-level-1-ball">
            <a:extLst xmlns:a="http://schemas.openxmlformats.org/drawingml/2006/main">
              <a:ext uri="{FF2B5EF4-FFF2-40B4-BE49-F238E27FC236}">
                <a16:creationId xmlns:a16="http://schemas.microsoft.com/office/drawing/2014/main" id="{F3FEEA14-B660-4518-BFAD-1C28A385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38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level-1-count">
            <a:extLst xmlns:a="http://schemas.openxmlformats.org/drawingml/2006/main">
              <a:ext uri="{FF2B5EF4-FFF2-40B4-BE49-F238E27FC236}">
                <a16:creationId xmlns:a16="http://schemas.microsoft.com/office/drawing/2014/main" id="{7B66FEA4-CFDC-446B-BDA2-07888138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D6470"/>
                </a:solidFill>
              </a:defRPr>
            </a:pPr>
            <a:r>
              <a:rPr sz="1500" b="1">
                <a:solidFill>
                  <a:srgbClr val="5D6470"/>
                </a:solidFill>
              </a:rPr>
              <a:t>0 obstacles</a:t>
            </a:r>
          </a:p>
        </p:txBody>
      </p:sp>
      <p:sp>
        <p:nvSpPr>
          <p:cNvPr id="30" name="level-2-label">
            <a:extLst xmlns:a="http://schemas.openxmlformats.org/drawingml/2006/main">
              <a:ext uri="{FF2B5EF4-FFF2-40B4-BE49-F238E27FC236}">
                <a16:creationId xmlns:a16="http://schemas.microsoft.com/office/drawing/2014/main" id="{D6DFA29F-3F6D-4DE2-AF02-01CE4572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LEVEL 2</a:t>
            </a:r>
          </a:p>
        </p:txBody>
      </p:sp>
      <p:sp>
        <p:nvSpPr>
          <p:cNvPr id="31" name="progression-level-2-board">
            <a:extLst xmlns:a="http://schemas.openxmlformats.org/drawingml/2006/main">
              <a:ext uri="{FF2B5EF4-FFF2-40B4-BE49-F238E27FC236}">
                <a16:creationId xmlns:a16="http://schemas.microsoft.com/office/drawing/2014/main" id="{1EC66130-743E-4070-867D-F54B514C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247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32" name="progression-level-2-wall-brick-0-0">
            <a:extLst xmlns:a="http://schemas.openxmlformats.org/drawingml/2006/main">
              <a:ext uri="{FF2B5EF4-FFF2-40B4-BE49-F238E27FC236}">
                <a16:creationId xmlns:a16="http://schemas.microsoft.com/office/drawing/2014/main" id="{519E8DCE-4400-477D-85EB-005A53F6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progression-level-2-wall-brick-0-1">
            <a:extLst xmlns:a="http://schemas.openxmlformats.org/drawingml/2006/main">
              <a:ext uri="{FF2B5EF4-FFF2-40B4-BE49-F238E27FC236}">
                <a16:creationId xmlns:a16="http://schemas.microsoft.com/office/drawing/2014/main" id="{27A20179-8082-4545-A297-89AC71C8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progression-level-2-wall-brick-0-2">
            <a:extLst xmlns:a="http://schemas.openxmlformats.org/drawingml/2006/main">
              <a:ext uri="{FF2B5EF4-FFF2-40B4-BE49-F238E27FC236}">
                <a16:creationId xmlns:a16="http://schemas.microsoft.com/office/drawing/2014/main" id="{162F5DCE-6598-46D6-973A-4C0138FB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progression-level-2-wall-brick-0-3">
            <a:extLst xmlns:a="http://schemas.openxmlformats.org/drawingml/2006/main">
              <a:ext uri="{FF2B5EF4-FFF2-40B4-BE49-F238E27FC236}">
                <a16:creationId xmlns:a16="http://schemas.microsoft.com/office/drawing/2014/main" id="{ED7DFC9B-CC0C-4780-8AFF-11F3AAC4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progression-level-2-wall-brick-0-4">
            <a:extLst xmlns:a="http://schemas.openxmlformats.org/drawingml/2006/main">
              <a:ext uri="{FF2B5EF4-FFF2-40B4-BE49-F238E27FC236}">
                <a16:creationId xmlns:a16="http://schemas.microsoft.com/office/drawing/2014/main" id="{16CF0295-AC3F-4C79-B77B-B8D7E4B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progression-level-2-wall-brick-0-5">
            <a:extLst xmlns:a="http://schemas.openxmlformats.org/drawingml/2006/main">
              <a:ext uri="{FF2B5EF4-FFF2-40B4-BE49-F238E27FC236}">
                <a16:creationId xmlns:a16="http://schemas.microsoft.com/office/drawing/2014/main" id="{7D5D5485-CA1A-4040-B5F8-6CF9A7C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progression-level-2-wall-brick-1-0">
            <a:extLst xmlns:a="http://schemas.openxmlformats.org/drawingml/2006/main">
              <a:ext uri="{FF2B5EF4-FFF2-40B4-BE49-F238E27FC236}">
                <a16:creationId xmlns:a16="http://schemas.microsoft.com/office/drawing/2014/main" id="{357DFBD4-F59F-4CF0-AA2B-8CA74B27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3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progression-level-2-wall-brick-1-1">
            <a:extLst xmlns:a="http://schemas.openxmlformats.org/drawingml/2006/main">
              <a:ext uri="{FF2B5EF4-FFF2-40B4-BE49-F238E27FC236}">
                <a16:creationId xmlns:a16="http://schemas.microsoft.com/office/drawing/2014/main" id="{3A3C969F-D678-4CF4-9D1B-B2DAD30D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988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progression-level-2-wall-brick-1-2">
            <a:extLst xmlns:a="http://schemas.openxmlformats.org/drawingml/2006/main">
              <a:ext uri="{FF2B5EF4-FFF2-40B4-BE49-F238E27FC236}">
                <a16:creationId xmlns:a16="http://schemas.microsoft.com/office/drawing/2014/main" id="{DFE2DF01-9219-48D0-A65F-E4636ED2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progression-level-2-wall-brick-1-3">
            <a:extLst xmlns:a="http://schemas.openxmlformats.org/drawingml/2006/main">
              <a:ext uri="{FF2B5EF4-FFF2-40B4-BE49-F238E27FC236}">
                <a16:creationId xmlns:a16="http://schemas.microsoft.com/office/drawing/2014/main" id="{F09B0624-BC75-4434-B885-0DF5FC8A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638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progression-level-2-wall-brick-1-4">
            <a:extLst xmlns:a="http://schemas.openxmlformats.org/drawingml/2006/main">
              <a:ext uri="{FF2B5EF4-FFF2-40B4-BE49-F238E27FC236}">
                <a16:creationId xmlns:a16="http://schemas.microsoft.com/office/drawing/2014/main" id="{3E948E16-74F0-4AB5-BC41-9DEC43A2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progression-level-2-wall-brick-1-5">
            <a:extLst xmlns:a="http://schemas.openxmlformats.org/drawingml/2006/main">
              <a:ext uri="{FF2B5EF4-FFF2-40B4-BE49-F238E27FC236}">
                <a16:creationId xmlns:a16="http://schemas.microsoft.com/office/drawing/2014/main" id="{BD6AA4B4-45DB-4E44-818B-F35ABFFE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288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progression-level-2-wall-brick-2-0">
            <a:extLst xmlns:a="http://schemas.openxmlformats.org/drawingml/2006/main">
              <a:ext uri="{FF2B5EF4-FFF2-40B4-BE49-F238E27FC236}">
                <a16:creationId xmlns:a16="http://schemas.microsoft.com/office/drawing/2014/main" id="{29EEB73D-985B-4EB6-8799-F6A091C7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progression-level-2-wall-brick-2-1">
            <a:extLst xmlns:a="http://schemas.openxmlformats.org/drawingml/2006/main">
              <a:ext uri="{FF2B5EF4-FFF2-40B4-BE49-F238E27FC236}">
                <a16:creationId xmlns:a16="http://schemas.microsoft.com/office/drawing/2014/main" id="{5EA3A5FE-704D-43A9-B329-9646288D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progression-level-2-wall-brick-2-2">
            <a:extLst xmlns:a="http://schemas.openxmlformats.org/drawingml/2006/main">
              <a:ext uri="{FF2B5EF4-FFF2-40B4-BE49-F238E27FC236}">
                <a16:creationId xmlns:a16="http://schemas.microsoft.com/office/drawing/2014/main" id="{A5E35BE9-7695-46E9-96C1-AD661A05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progression-level-2-wall-brick-2-3">
            <a:extLst xmlns:a="http://schemas.openxmlformats.org/drawingml/2006/main">
              <a:ext uri="{FF2B5EF4-FFF2-40B4-BE49-F238E27FC236}">
                <a16:creationId xmlns:a16="http://schemas.microsoft.com/office/drawing/2014/main" id="{B2F76641-45A4-4861-A8CA-40E4F814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progression-level-2-wall-brick-2-4">
            <a:extLst xmlns:a="http://schemas.openxmlformats.org/drawingml/2006/main">
              <a:ext uri="{FF2B5EF4-FFF2-40B4-BE49-F238E27FC236}">
                <a16:creationId xmlns:a16="http://schemas.microsoft.com/office/drawing/2014/main" id="{F6C83422-E4C4-45FA-A05C-E969580C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progression-level-2-wall-brick-2-5">
            <a:extLst xmlns:a="http://schemas.openxmlformats.org/drawingml/2006/main">
              <a:ext uri="{FF2B5EF4-FFF2-40B4-BE49-F238E27FC236}">
                <a16:creationId xmlns:a16="http://schemas.microsoft.com/office/drawing/2014/main" id="{1DED859A-F1B1-4DF9-82BE-043259C3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progression-level-2-floor">
            <a:extLst xmlns:a="http://schemas.openxmlformats.org/drawingml/2006/main">
              <a:ext uri="{FF2B5EF4-FFF2-40B4-BE49-F238E27FC236}">
                <a16:creationId xmlns:a16="http://schemas.microsoft.com/office/drawing/2014/main" id="{F84F255F-80D0-4668-A8A8-6F2EDB26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96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1" name="progression-level-2-paddle">
            <a:extLst xmlns:a="http://schemas.openxmlformats.org/drawingml/2006/main">
              <a:ext uri="{FF2B5EF4-FFF2-40B4-BE49-F238E27FC236}">
                <a16:creationId xmlns:a16="http://schemas.microsoft.com/office/drawing/2014/main" id="{6963AF86-FA5D-4C7D-BB0D-47D386C7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2" name="progression-level-2-ball">
            <a:extLst xmlns:a="http://schemas.openxmlformats.org/drawingml/2006/main">
              <a:ext uri="{FF2B5EF4-FFF2-40B4-BE49-F238E27FC236}">
                <a16:creationId xmlns:a16="http://schemas.microsoft.com/office/drawing/2014/main" id="{A57F65C4-DD4A-43F7-9961-887DB457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38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3" name="progression-level-2-obstacle-1">
            <a:extLst xmlns:a="http://schemas.openxmlformats.org/drawingml/2006/main">
              <a:ext uri="{FF2B5EF4-FFF2-40B4-BE49-F238E27FC236}">
                <a16:creationId xmlns:a16="http://schemas.microsoft.com/office/drawing/2014/main" id="{672ADB92-9BD7-48F3-92B7-85285AA5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595" y="368998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54" name="level-2-count">
            <a:extLst xmlns:a="http://schemas.openxmlformats.org/drawingml/2006/main">
              <a:ext uri="{FF2B5EF4-FFF2-40B4-BE49-F238E27FC236}">
                <a16:creationId xmlns:a16="http://schemas.microsoft.com/office/drawing/2014/main" id="{0392E1D7-3CDD-4049-9D02-A76654AB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29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28"/>
                </a:solidFill>
              </a:defRPr>
            </a:pPr>
            <a:r>
              <a:rPr sz="1500" b="1">
                <a:solidFill>
                  <a:srgbClr val="F28C28"/>
                </a:solidFill>
              </a:rPr>
              <a:t>1 obstacle</a:t>
            </a:r>
          </a:p>
        </p:txBody>
      </p:sp>
      <p:sp>
        <p:nvSpPr>
          <p:cNvPr id="55" name="level-3-label">
            <a:extLst xmlns:a="http://schemas.openxmlformats.org/drawingml/2006/main">
              <a:ext uri="{FF2B5EF4-FFF2-40B4-BE49-F238E27FC236}">
                <a16:creationId xmlns:a16="http://schemas.microsoft.com/office/drawing/2014/main" id="{B3879976-5A76-4613-AD87-D7C69493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LEVEL 3</a:t>
            </a:r>
          </a:p>
        </p:txBody>
      </p:sp>
      <p:sp>
        <p:nvSpPr>
          <p:cNvPr id="56" name="progression-level-3-board">
            <a:extLst xmlns:a="http://schemas.openxmlformats.org/drawingml/2006/main">
              <a:ext uri="{FF2B5EF4-FFF2-40B4-BE49-F238E27FC236}">
                <a16:creationId xmlns:a16="http://schemas.microsoft.com/office/drawing/2014/main" id="{6460160E-CDCF-4D76-AEBF-FE1BCF37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24150"/>
            <a:ext cx="247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7" name="progression-level-3-wall-brick-0-0">
            <a:extLst xmlns:a="http://schemas.openxmlformats.org/drawingml/2006/main">
              <a:ext uri="{FF2B5EF4-FFF2-40B4-BE49-F238E27FC236}">
                <a16:creationId xmlns:a16="http://schemas.microsoft.com/office/drawing/2014/main" id="{40AEA4F1-14AC-44FD-A68D-56D711B7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progression-level-3-wall-brick-0-1">
            <a:extLst xmlns:a="http://schemas.openxmlformats.org/drawingml/2006/main">
              <a:ext uri="{FF2B5EF4-FFF2-40B4-BE49-F238E27FC236}">
                <a16:creationId xmlns:a16="http://schemas.microsoft.com/office/drawing/2014/main" id="{774308B1-47AA-477C-92C7-43BD73B7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progression-level-3-wall-brick-0-2">
            <a:extLst xmlns:a="http://schemas.openxmlformats.org/drawingml/2006/main">
              <a:ext uri="{FF2B5EF4-FFF2-40B4-BE49-F238E27FC236}">
                <a16:creationId xmlns:a16="http://schemas.microsoft.com/office/drawing/2014/main" id="{67641AF6-93E2-4C21-92DD-CB9C369C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progression-level-3-wall-brick-0-3">
            <a:extLst xmlns:a="http://schemas.openxmlformats.org/drawingml/2006/main">
              <a:ext uri="{FF2B5EF4-FFF2-40B4-BE49-F238E27FC236}">
                <a16:creationId xmlns:a16="http://schemas.microsoft.com/office/drawing/2014/main" id="{7350E851-7409-4532-8137-91EED15D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progression-level-3-wall-brick-0-4">
            <a:extLst xmlns:a="http://schemas.openxmlformats.org/drawingml/2006/main">
              <a:ext uri="{FF2B5EF4-FFF2-40B4-BE49-F238E27FC236}">
                <a16:creationId xmlns:a16="http://schemas.microsoft.com/office/drawing/2014/main" id="{9B1084B1-CC98-4C2C-87C1-973B4687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progression-level-3-wall-brick-0-5">
            <a:extLst xmlns:a="http://schemas.openxmlformats.org/drawingml/2006/main">
              <a:ext uri="{FF2B5EF4-FFF2-40B4-BE49-F238E27FC236}">
                <a16:creationId xmlns:a16="http://schemas.microsoft.com/office/drawing/2014/main" id="{474946BA-AA1D-4FB3-9442-F2F14329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progression-level-3-wall-brick-1-0">
            <a:extLst xmlns:a="http://schemas.openxmlformats.org/drawingml/2006/main">
              <a:ext uri="{FF2B5EF4-FFF2-40B4-BE49-F238E27FC236}">
                <a16:creationId xmlns:a16="http://schemas.microsoft.com/office/drawing/2014/main" id="{9D0F3E08-E214-4A7E-A7A3-5BF89835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513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progression-level-3-wall-brick-1-1">
            <a:extLst xmlns:a="http://schemas.openxmlformats.org/drawingml/2006/main">
              <a:ext uri="{FF2B5EF4-FFF2-40B4-BE49-F238E27FC236}">
                <a16:creationId xmlns:a16="http://schemas.microsoft.com/office/drawing/2014/main" id="{37CC0AD0-3B44-417D-948F-0BB9E1B8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838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progression-level-3-wall-brick-1-2">
            <a:extLst xmlns:a="http://schemas.openxmlformats.org/drawingml/2006/main">
              <a:ext uri="{FF2B5EF4-FFF2-40B4-BE49-F238E27FC236}">
                <a16:creationId xmlns:a16="http://schemas.microsoft.com/office/drawing/2014/main" id="{D053CF53-9525-43AF-8BF4-6CB3781D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163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progression-level-3-wall-brick-1-3">
            <a:extLst xmlns:a="http://schemas.openxmlformats.org/drawingml/2006/main">
              <a:ext uri="{FF2B5EF4-FFF2-40B4-BE49-F238E27FC236}">
                <a16:creationId xmlns:a16="http://schemas.microsoft.com/office/drawing/2014/main" id="{43D3FCF0-4806-4C39-A6B7-BB3058EE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progression-level-3-wall-brick-1-4">
            <a:extLst xmlns:a="http://schemas.openxmlformats.org/drawingml/2006/main">
              <a:ext uri="{FF2B5EF4-FFF2-40B4-BE49-F238E27FC236}">
                <a16:creationId xmlns:a16="http://schemas.microsoft.com/office/drawing/2014/main" id="{5500532A-FE01-4E0B-B8AD-83B88666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progression-level-3-wall-brick-1-5">
            <a:extLst xmlns:a="http://schemas.openxmlformats.org/drawingml/2006/main">
              <a:ext uri="{FF2B5EF4-FFF2-40B4-BE49-F238E27FC236}">
                <a16:creationId xmlns:a16="http://schemas.microsoft.com/office/drawing/2014/main" id="{FE2A95E4-60E0-4763-AE94-3A8F3A89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1718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progression-level-3-wall-brick-2-0">
            <a:extLst xmlns:a="http://schemas.openxmlformats.org/drawingml/2006/main">
              <a:ext uri="{FF2B5EF4-FFF2-40B4-BE49-F238E27FC236}">
                <a16:creationId xmlns:a16="http://schemas.microsoft.com/office/drawing/2014/main" id="{2E5850CC-8F44-4C0D-9BC9-C189C8E0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progression-level-3-wall-brick-2-1">
            <a:extLst xmlns:a="http://schemas.openxmlformats.org/drawingml/2006/main">
              <a:ext uri="{FF2B5EF4-FFF2-40B4-BE49-F238E27FC236}">
                <a16:creationId xmlns:a16="http://schemas.microsoft.com/office/drawing/2014/main" id="{D6C683A2-5403-4D8E-B049-677BAE28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progression-level-3-wall-brick-2-2">
            <a:extLst xmlns:a="http://schemas.openxmlformats.org/drawingml/2006/main">
              <a:ext uri="{FF2B5EF4-FFF2-40B4-BE49-F238E27FC236}">
                <a16:creationId xmlns:a16="http://schemas.microsoft.com/office/drawing/2014/main" id="{E8E97426-955B-4BA0-B7A7-5098EA97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progression-level-3-wall-brick-2-3">
            <a:extLst xmlns:a="http://schemas.openxmlformats.org/drawingml/2006/main">
              <a:ext uri="{FF2B5EF4-FFF2-40B4-BE49-F238E27FC236}">
                <a16:creationId xmlns:a16="http://schemas.microsoft.com/office/drawing/2014/main" id="{6015E0CD-64C3-41A7-98F9-E15E13D3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progression-level-3-wall-brick-2-4">
            <a:extLst xmlns:a="http://schemas.openxmlformats.org/drawingml/2006/main">
              <a:ext uri="{FF2B5EF4-FFF2-40B4-BE49-F238E27FC236}">
                <a16:creationId xmlns:a16="http://schemas.microsoft.com/office/drawing/2014/main" id="{503E8163-AAF2-484E-9F62-8F62E2BB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progression-level-3-wall-brick-2-5">
            <a:extLst xmlns:a="http://schemas.openxmlformats.org/drawingml/2006/main">
              <a:ext uri="{FF2B5EF4-FFF2-40B4-BE49-F238E27FC236}">
                <a16:creationId xmlns:a16="http://schemas.microsoft.com/office/drawing/2014/main" id="{67E2B232-F2C9-4636-9C7C-F9D77A19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progression-level-3-floor">
            <a:extLst xmlns:a="http://schemas.openxmlformats.org/drawingml/2006/main">
              <a:ext uri="{FF2B5EF4-FFF2-40B4-BE49-F238E27FC236}">
                <a16:creationId xmlns:a16="http://schemas.microsoft.com/office/drawing/2014/main" id="{B81A9E17-8591-4D60-BC33-6A245964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196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6" name="progression-level-3-paddle">
            <a:extLst xmlns:a="http://schemas.openxmlformats.org/drawingml/2006/main">
              <a:ext uri="{FF2B5EF4-FFF2-40B4-BE49-F238E27FC236}">
                <a16:creationId xmlns:a16="http://schemas.microsoft.com/office/drawing/2014/main" id="{90B21863-B948-496F-A2F8-8C8E7E49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9580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7" name="progression-level-3-ball">
            <a:extLst xmlns:a="http://schemas.openxmlformats.org/drawingml/2006/main">
              <a:ext uri="{FF2B5EF4-FFF2-40B4-BE49-F238E27FC236}">
                <a16:creationId xmlns:a16="http://schemas.microsoft.com/office/drawing/2014/main" id="{91D87C7F-249A-479C-B46F-173E4D18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38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8" name="progression-level-3-obstacle-1">
            <a:extLst xmlns:a="http://schemas.openxmlformats.org/drawingml/2006/main">
              <a:ext uri="{FF2B5EF4-FFF2-40B4-BE49-F238E27FC236}">
                <a16:creationId xmlns:a16="http://schemas.microsoft.com/office/drawing/2014/main" id="{E11F1E62-0591-41A3-B6B5-E28116DD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445" y="368998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79" name="progression-level-3-obstacle-2">
            <a:extLst xmlns:a="http://schemas.openxmlformats.org/drawingml/2006/main">
              <a:ext uri="{FF2B5EF4-FFF2-40B4-BE49-F238E27FC236}">
                <a16:creationId xmlns:a16="http://schemas.microsoft.com/office/drawing/2014/main" id="{2416A436-131F-41F3-932D-626A0D37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92049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80" name="level-3-count">
            <a:extLst xmlns:a="http://schemas.openxmlformats.org/drawingml/2006/main">
              <a:ext uri="{FF2B5EF4-FFF2-40B4-BE49-F238E27FC236}">
                <a16:creationId xmlns:a16="http://schemas.microsoft.com/office/drawing/2014/main" id="{2EDC31B7-BD1F-4E75-8E46-6AC52EBF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29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28"/>
                </a:solidFill>
              </a:defRPr>
            </a:pPr>
            <a:r>
              <a:rPr sz="1500" b="1">
                <a:solidFill>
                  <a:srgbClr val="F28C28"/>
                </a:solidFill>
              </a:rPr>
              <a:t>2 obstacles</a:t>
            </a:r>
          </a:p>
        </p:txBody>
      </p:sp>
      <p:sp>
        <p:nvSpPr>
          <p:cNvPr id="81" name="progression-formula">
            <a:extLst xmlns:a="http://schemas.openxmlformats.org/drawingml/2006/main">
              <a:ext uri="{FF2B5EF4-FFF2-40B4-BE49-F238E27FC236}">
                <a16:creationId xmlns:a16="http://schemas.microsoft.com/office/drawing/2014/main" id="{0326205C-2378-41A7-B467-67D5704B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  →  1  →  2  →  3  →  ...</a:t>
            </a:r>
          </a:p>
        </p:txBody>
      </p:sp>
      <p:sp>
        <p:nvSpPr>
          <p:cNvPr id="82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940EB02E-B6C6-4F99-BB6D-7FDEC9E0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DAY 2  /  03</a:t>
            </a:r>
          </a:p>
        </p:txBody>
      </p:sp>
    </p:spTree>
    <p:extLst>
      <p:ext uri="{BB962C8B-B14F-4D97-AF65-F5344CB8AC3E}">
        <p14:creationId xmlns:p14="http://schemas.microsoft.com/office/powerpoint/2010/main" val="72083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E24BCA40-3284-494C-853F-51E2121D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03  /  LEVEL-UP MOMENT</a:t>
            </a:r>
          </a:p>
        </p:txBody>
      </p:sp>
      <p:sp>
        <p:nvSpPr>
          <p:cNvPr id="2" name="transition-title">
            <a:extLst xmlns:a="http://schemas.openxmlformats.org/drawingml/2006/main">
              <a:ext uri="{FF2B5EF4-FFF2-40B4-BE49-F238E27FC236}">
                <a16:creationId xmlns:a16="http://schemas.microsoft.com/office/drawing/2014/main" id="{0A4C002D-A03B-41C8-89E1-2E560424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next level starts only after every brick is gone</a:t>
            </a:r>
          </a:p>
        </p:txBody>
      </p:sp>
      <p:sp>
        <p:nvSpPr>
          <p:cNvPr id="3" name="transition-lead">
            <a:extLst xmlns:a="http://schemas.openxmlformats.org/drawingml/2006/main">
              <a:ext uri="{FF2B5EF4-FFF2-40B4-BE49-F238E27FC236}">
                <a16:creationId xmlns:a16="http://schemas.microsoft.com/office/drawing/2014/main" id="{AD7D2EFC-6208-495B-B7AD-0557FBF7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D6470"/>
                </a:solidFill>
              </a:defRPr>
            </a:pPr>
            <a:r>
              <a:rPr sz="1650">
                <a:solidFill>
                  <a:srgbClr val="5D6470"/>
                </a:solidFill>
              </a:rPr>
              <a:t>The game clears the old wall, shows the new level, then rebuilds the board with more obstacles.</a:t>
            </a:r>
          </a:p>
        </p:txBody>
      </p:sp>
      <p:sp>
        <p:nvSpPr>
          <p:cNvPr id="4" name="transition-arrow-378">
            <a:extLst xmlns:a="http://schemas.openxmlformats.org/drawingml/2006/main">
              <a:ext uri="{FF2B5EF4-FFF2-40B4-BE49-F238E27FC236}">
                <a16:creationId xmlns:a16="http://schemas.microsoft.com/office/drawing/2014/main" id="{F0F0B61E-2CF4-4C5A-8A7D-FEB2874A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909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9525">
            <a:solidFill>
              <a:srgbClr val="D9F0FB"/>
            </a:solidFill>
            <a:prstDash val="solid"/>
          </a:ln>
        </p:spPr>
      </p:sp>
      <p:sp>
        <p:nvSpPr>
          <p:cNvPr id="5" name="transition-arrow-744">
            <a:extLst xmlns:a="http://schemas.openxmlformats.org/drawingml/2006/main">
              <a:ext uri="{FF2B5EF4-FFF2-40B4-BE49-F238E27FC236}">
                <a16:creationId xmlns:a16="http://schemas.microsoft.com/office/drawing/2014/main" id="{38A15888-794D-4D8A-AC1D-5FF76D4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909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9525">
            <a:solidFill>
              <a:srgbClr val="D9F0FB"/>
            </a:solidFill>
            <a:prstDash val="solid"/>
          </a:ln>
        </p:spPr>
      </p:sp>
      <p:sp>
        <p:nvSpPr>
          <p:cNvPr id="6" name="transition-step-1">
            <a:extLst xmlns:a="http://schemas.openxmlformats.org/drawingml/2006/main">
              <a:ext uri="{FF2B5EF4-FFF2-40B4-BE49-F238E27FC236}">
                <a16:creationId xmlns:a16="http://schemas.microsoft.com/office/drawing/2014/main" id="{907A1903-7559-4B75-B9C2-95B4F297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ransition-title-1">
            <a:extLst xmlns:a="http://schemas.openxmlformats.org/drawingml/2006/main">
              <a:ext uri="{FF2B5EF4-FFF2-40B4-BE49-F238E27FC236}">
                <a16:creationId xmlns:a16="http://schemas.microsoft.com/office/drawing/2014/main" id="{830D3646-8F94-4C7A-BB0B-5267C4F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Destroy all bricks</a:t>
            </a:r>
          </a:p>
        </p:txBody>
      </p:sp>
      <p:sp>
        <p:nvSpPr>
          <p:cNvPr id="8" name="transition-body-1">
            <a:extLst xmlns:a="http://schemas.openxmlformats.org/drawingml/2006/main">
              <a:ext uri="{FF2B5EF4-FFF2-40B4-BE49-F238E27FC236}">
                <a16:creationId xmlns:a16="http://schemas.microsoft.com/office/drawing/2014/main" id="{2F335C15-5937-45D4-8F9C-C4755B69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D6470"/>
                </a:solidFill>
              </a:defRPr>
            </a:pPr>
            <a:r>
              <a:rPr sz="1350">
                <a:solidFill>
                  <a:srgbClr val="5D6470"/>
                </a:solidFill>
              </a:rPr>
              <a:t>The last brick is hit.</a:t>
            </a:r>
          </a:p>
        </p:txBody>
      </p:sp>
      <p:sp>
        <p:nvSpPr>
          <p:cNvPr id="9" name="transition-step-2">
            <a:extLst xmlns:a="http://schemas.openxmlformats.org/drawingml/2006/main">
              <a:ext uri="{FF2B5EF4-FFF2-40B4-BE49-F238E27FC236}">
                <a16:creationId xmlns:a16="http://schemas.microsoft.com/office/drawing/2014/main" id="{F42823C9-C880-421C-8627-99851FC5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ransition-title-2">
            <a:extLst xmlns:a="http://schemas.openxmlformats.org/drawingml/2006/main">
              <a:ext uri="{FF2B5EF4-FFF2-40B4-BE49-F238E27FC236}">
                <a16:creationId xmlns:a16="http://schemas.microsoft.com/office/drawing/2014/main" id="{FD4CC505-B7A7-4D8E-BED8-A381622C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Show the level</a:t>
            </a:r>
          </a:p>
        </p:txBody>
      </p:sp>
      <p:sp>
        <p:nvSpPr>
          <p:cNvPr id="11" name="transition-body-2">
            <a:extLst xmlns:a="http://schemas.openxmlformats.org/drawingml/2006/main">
              <a:ext uri="{FF2B5EF4-FFF2-40B4-BE49-F238E27FC236}">
                <a16:creationId xmlns:a16="http://schemas.microsoft.com/office/drawing/2014/main" id="{8DC41A34-702C-4855-8C57-27711651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291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D6470"/>
                </a:solidFill>
              </a:defRPr>
            </a:pPr>
            <a:r>
              <a:rPr sz="1350">
                <a:solidFill>
                  <a:srgbClr val="5D6470"/>
                </a:solidFill>
              </a:rPr>
              <a:t>The screen says LEVEL 2.</a:t>
            </a:r>
          </a:p>
        </p:txBody>
      </p:sp>
      <p:sp>
        <p:nvSpPr>
          <p:cNvPr id="12" name="transition-step-3">
            <a:extLst xmlns:a="http://schemas.openxmlformats.org/drawingml/2006/main">
              <a:ext uri="{FF2B5EF4-FFF2-40B4-BE49-F238E27FC236}">
                <a16:creationId xmlns:a16="http://schemas.microsoft.com/office/drawing/2014/main" id="{1160C9D0-C9A5-4BF6-8AA3-9625902F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ransition-title-3">
            <a:extLst xmlns:a="http://schemas.openxmlformats.org/drawingml/2006/main">
              <a:ext uri="{FF2B5EF4-FFF2-40B4-BE49-F238E27FC236}">
                <a16:creationId xmlns:a16="http://schemas.microsoft.com/office/drawing/2014/main" id="{C076FC50-6B9F-49EC-85A0-F629B83D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338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Build the next board</a:t>
            </a:r>
          </a:p>
        </p:txBody>
      </p:sp>
      <p:sp>
        <p:nvSpPr>
          <p:cNvPr id="14" name="transition-body-3">
            <a:extLst xmlns:a="http://schemas.openxmlformats.org/drawingml/2006/main">
              <a:ext uri="{FF2B5EF4-FFF2-40B4-BE49-F238E27FC236}">
                <a16:creationId xmlns:a16="http://schemas.microsoft.com/office/drawing/2014/main" id="{22896395-D1FF-433D-9B42-BF03EFB6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291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D6470"/>
                </a:solidFill>
              </a:defRPr>
            </a:pPr>
            <a:r>
              <a:rPr sz="1350">
                <a:solidFill>
                  <a:srgbClr val="5D6470"/>
                </a:solidFill>
              </a:rPr>
              <a:t>New bricks return with 1 obstacle.</a:t>
            </a:r>
          </a:p>
        </p:txBody>
      </p:sp>
      <p:sp>
        <p:nvSpPr>
          <p:cNvPr id="15" name="transition-rule">
            <a:extLst xmlns:a="http://schemas.openxmlformats.org/drawingml/2006/main">
              <a:ext uri="{FF2B5EF4-FFF2-40B4-BE49-F238E27FC236}">
                <a16:creationId xmlns:a16="http://schemas.microsoft.com/office/drawing/2014/main" id="{1DA18431-0DEC-4399-A6D8-B3349314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16" name="transition-takeaway">
            <a:extLst xmlns:a="http://schemas.openxmlformats.org/drawingml/2006/main">
              <a:ext uri="{FF2B5EF4-FFF2-40B4-BE49-F238E27FC236}">
                <a16:creationId xmlns:a16="http://schemas.microsoft.com/office/drawing/2014/main" id="{6394F7AB-C4BC-4939-83EE-D0B6190E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That is the level loop: clear → announce → rebuild.</a:t>
            </a:r>
          </a:p>
        </p:txBody>
      </p:sp>
      <p:sp>
        <p:nvSpPr>
          <p:cNvPr id="17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911E9CAF-C984-47F1-B8DF-3040291A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DAY 2  /  04</a:t>
            </a:r>
          </a:p>
        </p:txBody>
      </p:sp>
    </p:spTree>
    <p:extLst>
      <p:ext uri="{BB962C8B-B14F-4D97-AF65-F5344CB8AC3E}">
        <p14:creationId xmlns:p14="http://schemas.microsoft.com/office/powerpoint/2010/main" val="1620521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2026-08-26T03:16:32.8380000Z</dcterms:created>
  <dcterms:modified xsi:type="dcterms:W3CDTF">2026-08-26T03:16:32.8390000Z</dcterms:modified>
</coreProperties>
</file>