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a3ade774e343d6" /><Relationship Type="http://schemas.openxmlformats.org/officeDocument/2006/relationships/extended-properties" Target="/docProps/app.xml" Id="R51f0c7eada0f4a86" /><Relationship Type="http://schemas.openxmlformats.org/officeDocument/2006/relationships/officeDocument" Target="/ppt/presentation.xml" Id="Rff9a10977418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8cc15e0eb477a"/>
  </p:sldMasterIdLst>
  <p:notesMasterIdLst>
    <p:notesMasterId xmlns:r="http://schemas.openxmlformats.org/officeDocument/2006/relationships" r:id="Rd80295df4a2d473a"/>
  </p:notesMasterIdLst>
  <p:sldIdLst>
    <p:sldId xmlns:r="http://schemas.openxmlformats.org/officeDocument/2006/relationships" id="256" r:id="Ra2ac69887dfa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d518d2e3d45b7" /><Relationship Type="http://schemas.openxmlformats.org/officeDocument/2006/relationships/slideMaster" Target="/ppt/slideMasters/slideMaster1.xml" Id="R6048cc15e0eb477a" /><Relationship Type="http://schemas.openxmlformats.org/officeDocument/2006/relationships/notesMaster" Target="/ppt/notesMasters/notesMaster1.xml" Id="Rd80295df4a2d473a" /><Relationship Type="http://schemas.openxmlformats.org/officeDocument/2006/relationships/presProps" Target="/ppt/presProps.xml" Id="R66732f3c3d0b45e8" /><Relationship Type="http://schemas.openxmlformats.org/officeDocument/2006/relationships/tableStyles" Target="/ppt/tableStyles.xml" Id="R917222efb9a04f6b" /><Relationship Type="http://schemas.openxmlformats.org/officeDocument/2006/relationships/slide" Target="/ppt/slides/slide1.xml" Id="Ra2ac69887dfa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c71e3b56b64d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d318388664a2d" /><Relationship Type="http://schemas.openxmlformats.org/officeDocument/2006/relationships/notesMaster" Target="/ppt/notesMasters/notesMaster1.xml" Id="Ra5c89daaeed1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539e8889f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5ef8556fd4114" /><Relationship Type="http://schemas.openxmlformats.org/officeDocument/2006/relationships/slideLayout" Target="/ppt/slideLayouts/slideLayout1.xml" Id="R21eed47199054c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eed47199054c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0e2d627843d0" /><Relationship Type="http://schemas.openxmlformats.org/officeDocument/2006/relationships/notesSlide" Target="/ppt/notesSlides/notesSlide1.xml" Id="Rcfcbdbaae2a8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E328F-F6EE-4889-9E6B-4D5548B3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E676A-16D0-440A-827B-5036F5A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31267-0FDD-411D-95E7-393E5222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30698-7801-4F62-88FF-2EF4551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Obstacles</a:t>
            </a:r>
          </a:p>
          <a:p xmlns:a="http://schemas.openxmlformats.org/drawingml/2006/main">
            <a:pPr algn="ctr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and levels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CE846-98DD-4F11-93D6-73D8A50D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9F0F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698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2026-08-26T03:15:35.6250000Z</dcterms:created>
  <dcterms:modified xsi:type="dcterms:W3CDTF">2026-08-26T03:15:35.6260000Z</dcterms:modified>
</coreProperties>
</file>