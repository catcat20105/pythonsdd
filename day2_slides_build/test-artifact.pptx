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4a1ab59c84aeb" /><Relationship Type="http://schemas.openxmlformats.org/officeDocument/2006/relationships/extended-properties" Target="/docProps/app.xml" Id="Re9e98701e55b4f58" /><Relationship Type="http://schemas.openxmlformats.org/officeDocument/2006/relationships/officeDocument" Target="/ppt/presentation.xml" Id="Rb444ed732a0047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4b0475648746d0"/>
  </p:sldMasterIdLst>
  <p:notesMasterIdLst>
    <p:notesMasterId xmlns:r="http://schemas.openxmlformats.org/officeDocument/2006/relationships" r:id="R719373af28b046be"/>
  </p:notesMasterIdLst>
  <p:sldIdLst>
    <p:sldId xmlns:r="http://schemas.openxmlformats.org/officeDocument/2006/relationships" id="256" r:id="R1e71ded79cb74b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366e2a489f4d5d" /><Relationship Type="http://schemas.openxmlformats.org/officeDocument/2006/relationships/slideMaster" Target="/ppt/slideMasters/slideMaster1.xml" Id="R034b0475648746d0" /><Relationship Type="http://schemas.openxmlformats.org/officeDocument/2006/relationships/notesMaster" Target="/ppt/notesMasters/notesMaster1.xml" Id="R719373af28b046be" /><Relationship Type="http://schemas.openxmlformats.org/officeDocument/2006/relationships/presProps" Target="/ppt/presProps.xml" Id="R019604005dda41bd" /><Relationship Type="http://schemas.openxmlformats.org/officeDocument/2006/relationships/tableStyles" Target="/ppt/tableStyles.xml" Id="R7283356a99c842fa" /><Relationship Type="http://schemas.openxmlformats.org/officeDocument/2006/relationships/slide" Target="/ppt/slides/slide1.xml" Id="R1e71ded79cb7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863a9eccd948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12aa812dc45d0" /><Relationship Type="http://schemas.openxmlformats.org/officeDocument/2006/relationships/notesMaster" Target="/ppt/notesMasters/notesMaster1.xml" Id="R490d4269e4bd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cb2c78df3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8697584824e18" /><Relationship Type="http://schemas.openxmlformats.org/officeDocument/2006/relationships/slideLayout" Target="/ppt/slideLayouts/slideLayout1.xml" Id="Rb3ef04c6eb66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ef04c6eb66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01e03aaa9434f" /><Relationship Type="http://schemas.openxmlformats.org/officeDocument/2006/relationships/notesSlide" Target="/ppt/notesSlides/notesSlide1.xml" Id="R2549d737f45a46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949D7-F69A-4EC2-B0BA-8C635152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</a:defRPr>
            </a:pPr>
            <a:r>
              <a:rPr sz="3000">
                <a:solidFill>
                  <a:srgbClr val="111111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105906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2026-08-26T03:08:03.1410000Z</dcterms:created>
  <dcterms:modified xsi:type="dcterms:W3CDTF">2026-08-26T03:08:03.1410000Z</dcterms:modified>
</coreProperties>
</file>